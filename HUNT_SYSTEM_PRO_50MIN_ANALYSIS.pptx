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HUNT SYSTEM PRO - 50MIN 机构量化系统解析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Logic Architecture &amp; Signal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quantitative model:</a:t>
            </a:r>
          </a:p>
          <a:p>
            <a:r>
              <a:t>- Volatility adaptive engine</a:t>
            </a:r>
          </a:p>
          <a:p>
            <a:r>
              <a:t>- Price-volume power model</a:t>
            </a:r>
          </a:p>
          <a:p>
            <a:r>
              <a:t>- Kinetic SZ flow system</a:t>
            </a:r>
          </a:p>
          <a:p>
            <a:r>
              <a:t>- Squeeze &amp; breakout detection</a:t>
            </a:r>
          </a:p>
          <a:p>
            <a:r>
              <a:t>- Multi-stage entry pyramid</a:t>
            </a:r>
          </a:p>
          <a:p>
            <a:r>
              <a:t>- Risk trap filtering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Volatility Adaptation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ATR14 regime detection</a:t>
            </a:r>
          </a:p>
          <a:p>
            <a:r>
              <a:t>- ATR_RATIO dynamic thresholds</a:t>
            </a:r>
          </a:p>
          <a:p>
            <a:r>
              <a:t>- Shrink ratio adjusts compression sensitivity</a:t>
            </a:r>
          </a:p>
          <a:p>
            <a:r>
              <a:t>- Volume shrink for microstructure filtering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&amp; Volume Power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PRICE_POWER amplifies impulse candles</a:t>
            </a:r>
          </a:p>
          <a:p>
            <a:r>
              <a:t>- Ultra attack: VOL &gt; MA(4)*1.45</a:t>
            </a:r>
          </a:p>
          <a:p>
            <a:r>
              <a:t>- Relative volume normalization</a:t>
            </a:r>
          </a:p>
          <a:p>
            <a:r>
              <a:t>- Short-term momentum scoring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Kinetic SZ Flow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CZB: weighted volume-pressure unit</a:t>
            </a:r>
          </a:p>
          <a:p>
            <a:r>
              <a:t>- SZ_RAW: accumulation/distribution flow</a:t>
            </a:r>
          </a:p>
          <a:p>
            <a:r>
              <a:t>- EMA(3/13) divergence model</a:t>
            </a:r>
          </a:p>
          <a:p>
            <a:r>
              <a:t>- SZ_VAL = institutional momentum proxy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Squeeze Detection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SZ_STD &amp; adaptive thresholds</a:t>
            </a:r>
          </a:p>
          <a:p>
            <a:r>
              <a:t>- KINETIC_BW compression ratio</a:t>
            </a:r>
          </a:p>
          <a:p>
            <a:r>
              <a:t>- MOMENTUM_SQZ = volatility contraction</a:t>
            </a:r>
          </a:p>
          <a:p>
            <a:r>
              <a:t>- Band expansion precedes breakout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 Pyramid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OBSERVE: low-volatility buildup</a:t>
            </a:r>
          </a:p>
          <a:p>
            <a:r>
              <a:t>- PREP: whale + accumulation confirmation</a:t>
            </a:r>
          </a:p>
          <a:p>
            <a:r>
              <a:t>- SUPER_SNIPER: full confluence entry</a:t>
            </a:r>
          </a:p>
          <a:p>
            <a:r>
              <a:t>- LOW_BUY: deep squeeze reversal zone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Control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BULL_TRAP: fake breakout detection</a:t>
            </a:r>
          </a:p>
          <a:p>
            <a:r>
              <a:t>- LOW_VOL divergence filter</a:t>
            </a:r>
          </a:p>
          <a:p>
            <a:r>
              <a:t>- COOL_DOWN trend fatigue control</a:t>
            </a:r>
          </a:p>
          <a:p>
            <a:r>
              <a:t>- WHALE_CONTROL distribution filter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MA8/13/22/60/120 hierarchy</a:t>
            </a:r>
          </a:p>
          <a:p>
            <a:r>
              <a:t>- Weighted trend score (0–100)</a:t>
            </a:r>
          </a:p>
          <a:p>
            <a:r>
              <a:t>- WINNER &amp; COST flow confirmation</a:t>
            </a:r>
          </a:p>
          <a:p>
            <a:r>
              <a:t>- Stable fund condition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STICKLINE: flow intensity mapping</a:t>
            </a:r>
          </a:p>
          <a:p>
            <a:r>
              <a:t>- DRAWICON: staged signal markers</a:t>
            </a:r>
          </a:p>
          <a:p>
            <a:r>
              <a:t>- DRAWTEXT: ambush &amp; buy alerts</a:t>
            </a:r>
          </a:p>
          <a:p>
            <a:r>
              <a:t>- Dashboard status tags (FLOW/SQZ/TRAP)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+ Volume + Volatility (ATR)</a:t>
            </a:r>
          </a:p>
          <a:p>
            <a:r>
              <a:t>        ↓</a:t>
            </a:r>
          </a:p>
          <a:p>
            <a:r>
              <a:t>Compression Detection (Squeeze)</a:t>
            </a:r>
          </a:p>
          <a:p>
            <a:r>
              <a:t>        ↓</a:t>
            </a:r>
          </a:p>
          <a:p>
            <a:r>
              <a:t>Flow Engine (SZ_VAL)</a:t>
            </a:r>
          </a:p>
          <a:p>
            <a:r>
              <a:t>        ↓</a:t>
            </a:r>
          </a:p>
          <a:p>
            <a:r>
              <a:t>Trend Confirmation Layer</a:t>
            </a:r>
          </a:p>
          <a:p>
            <a:r>
              <a:t>        ↓</a:t>
            </a:r>
          </a:p>
          <a:p>
            <a:r>
              <a:t>Entry Pyramid Logic</a:t>
            </a:r>
          </a:p>
          <a:p>
            <a:r>
              <a:t>        ↓</a:t>
            </a:r>
          </a:p>
          <a:p>
            <a:r>
              <a:t>Risk Filtering</a:t>
            </a:r>
          </a:p>
          <a:p>
            <a:r>
              <a:t>        ↓</a:t>
            </a:r>
          </a:p>
          <a:p>
            <a:r>
              <a:t>Signal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